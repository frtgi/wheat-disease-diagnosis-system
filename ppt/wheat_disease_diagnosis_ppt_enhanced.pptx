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基于多模态融合的小麦病害诊断系统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 Disease Diagnosis System based on Multimodal Fusion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毕业设计答辩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486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IWDDA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项目简介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核心功能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技术架构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性能指标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创新点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应用场景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未来展望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致谢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IWDDA（Intelligent Wheat Disease Diagnosis Agent）是一个基于多模态特征融合的小麦病害诊断智能体，旨在解决传统农业诊断中依赖专家经验、难以标准化的问题。该系统通过整合计算机视觉、大语言模型和知识图谱技术，实现了从"感知"到"认知"再到"行动"的完整闭环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多模态融合：结合图像视觉特征、文本语义描述和结构化知识图谱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智能推理：基于知识图谱的 GraphRAG 机制，提供科学的防治建议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实时交互：基于 SSE 流式推送的实时诊断进度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高效检测：基于 YOLOv8s 的 FP16 推理，支持 17 类小麦病害识别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安全可靠：JWT 双令牌认证、XSS 防护、RBAC 权限控制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视觉感知模块 (Vision Agent)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 YOLOv8s 的高精度目标检测（FP16 推理）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 17类 小麦病害和虫害识别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自动定位病灶区域并绘制可视化结果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LRU 推理缓存（64 条）+ SHA-256 图像哈希匹配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多模态理解模块 (Language Agent)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8463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 Qwen3-VL-2B-Instruct 的图文联合理解（INT4 量化）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 Thinking 推理链模式，提供详细诊断依据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多语言文本嵌入与检索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核心功能（续）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知识图谱模块 (Knowledge Agent)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 Neo4j 的农业知识图谱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GraphRAG 知识检索增强生成机制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TransE 知识嵌入 + 多跳推理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包含病害成因、预防措施、治疗药剂等完整知识体系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多模态融合模块 (Fusion Agent)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846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KAD-Former (Knowledge-Aware Diffusion Fusion) 融合策略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决策级融合：视觉主导 + 文本辅助 + 知识仲裁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提供详细的推理过程和置信度评估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FusionAnnotator 知识增强标注 + ROI 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6400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Web 交互系统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71323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Vue 3 + TypeScript + Element Plus 前端界面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后端服务，四层分离架构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SSE 流式响应：实时诊断进度推送，6 种事件类型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双令牌认证：Access 30min + Refresh 7days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RBAC 权限控制：farmer / technician / admin 三级角色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IWDDA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交互层 (Interaction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Vue3 Web 前端 (Element Plus + ECharts)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FastAPI REST API + SSE 流式推送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感知层 (Perception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VisionAgent (YOLOv8s FP16)   - 图像检测与定位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LanguageAgent (Qwen3-VL)     - 多模态语义理解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认知层 (Cognition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KnowledgeAgent (Neo4j+TransE) - 知识图谱推理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FusionAgent (KAD-Former)      - 多模态融合决策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基础设施层 (Infrastructure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JWT双令牌认证 + RBAC权限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SSE流式推送 + 心跳保活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并发限流 + GPU监控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Redis缓存 + Token黑名单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性能指标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 推理延迟: 225ms (目标: ≤150ms)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SSE 首事件延迟: 0.01ms (目标: ≤500ms)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完整诊断延迟: 185.8ms (目标: ≤40s)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 显存占用: ~2.6GB (目标: ≤4GB)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知识覆盖率: 100% (目标: ≥95%)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病害类别分布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昆虫: 3类 (蚜虫、螨虫、茎蝇)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真菌: 13类 (锈病、茎锈病、叶锈病、条锈病、黑粉病、根腐病、叶斑病、小麦爆发病、赤霉病、壳针孢叶斑病、斑点叶斑病、褐斑病、白粉病)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正常: 1类 (健康)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多模态融合架构：首次将视觉检测、多模态理解和知识图谱有机结合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KAD-Former 融合策略：创新的知识感知扩散融合机制，提高诊断准确性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GraphRAG 知识增强：利用知识图谱进行检索增强生成，提供科学的防治建议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实时流式响应：基于 SSE 的实时诊断进度推送，提升用户体验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INT4 量化优化：Qwen3-VL 模型的 INT4 量化，降低显存占用至 2.6GB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完整安全体系：JWT 双令牌认证、XSS 防护、RBAC 权限控制等多重安全措施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可扩展性设计：模块化架构，支持模型升级和功能扩展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边缘部署支持：优化的模型和推理引擎，支持在边缘设备上部署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农业生产：实时监测小麦病害，及时采取防治措施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农业科研：收集和分析病害数据，支持科研研究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农业教育：作为教学工具，帮助学生了解小麦病害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智能农场：与物联网设备集成，实现自动化监测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农业咨询：为农民提供专业的病害诊断和防治建议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图片说明：由于图片读取失败，此处应为小麦病害示例图片或系统界面截图，展示系统的实际应用效果。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扩展支持更多作物类型和病害种类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优化模型性能，进一步降低推理延迟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增加移动端应用，支持离线诊断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引入联邦学习，保护用户数据隐私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与农业物联网设备集成，实现智能监测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开发专家系统，提供更精准的农业决策支持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感谢导师的悉心指导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感谢团队成员的协作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感谢所有支持本项目的人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谢谢聆听！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2026-04-23T05:28:53Z</dcterms:created>
  <dcterms:modified xsi:type="dcterms:W3CDTF">2026-04-23T05:28:53Z</dcterms:modified>
</cp:coreProperties>
</file>