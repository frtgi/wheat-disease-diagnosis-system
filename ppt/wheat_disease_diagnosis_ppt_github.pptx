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</a:rPr>
              <a:t>基于多模态融合的小麦病害诊断系统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Intelligent Wheat Disease Diagnosis System based on Multimodal Fusion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项目团队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2024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项目简介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核心功能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技术架构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性能指标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5. 创新点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6. 应用场景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4343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7. 未来展望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4800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8. 致谢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项目简介</a:t>
            </a:r>
            <a:endParaRPr lang="en-US" sz="2800" dirty="0"/>
          </a:p>
        </p:txBody>
      </p:sp>
      <p:pic>
        <p:nvPicPr>
          <p:cNvPr id="3" name="Image 0" descr="/workspace/mmexport17769207064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71600"/>
            <a:ext cx="36576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</a:rPr>
              <a:t>项目背景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传统农业诊断依赖专家经验，难以标准化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</a:rPr>
              <a:t>项目目标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构建智能小麦病害诊断系统，实现从"感知"到"认知"再到"行动"的完整闭环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</a:rPr>
              <a:t>核心优势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多模态融合：结合图像视觉特征、文本语义描述和结构化知识图谱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709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智能推理：基于知识图谱的 GraphRAG 机制，提供科学的防治建议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5074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实时交互：基于 SSE 流式推送的实时诊断进度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54406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高效检测：基于 YOLOv8s 的 FP16 推理，支持 17 类小麦病害识别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58064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安全可靠：JWT 双令牌认证、XSS 防护、RBAC 权限控制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核心功能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视觉感知模块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基于 YOLOv8s 的高精度目标检测（FP16 推理）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支持 17 类小麦病害和虫害识别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自动定位病灶区域并绘制可视化结果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LRU 推理缓存（64 条）+ SHA-256 图像哈希匹配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多模态理解模块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00600" y="18288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基于 Qwen3-VL-2B-Instruct 的图文联合理解（INT4 量化）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支持 Thinking 推理链模式，提供详细诊断依据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多语言文本嵌入与检索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知识图谱模块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基于 Neo4j 的农业知识图谱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GraphRAG 知识检索增强生成机制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TransE 知识嵌入 + 多跳推理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包含病害成因、预防措施、治疗药剂等完整知识体系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多模态融合模块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36576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KAD-Former (Knowledge-Aware Diffusion Fusion) 融合策略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决策级融合：视觉主导 + 文本辅助 + 知识仲裁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提供详细的推理过程和置信度评估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FusionAnnotator 知识增强标注 + ROI 可视化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Web 交互系统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54864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Vue 3 + TypeScript + Element Plus 前端界面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FastAPI 后端服务，四层分离架构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SSE 流式响应：实时诊断进度推送，6 种事件类型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JWT 双令牌认证 + RBAC 权限控制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技术架构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</a:rPr>
              <a:t>系统架构层次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交互层 (Interaction Layer):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Vue3 Web 前端 (Element Plus + ECharts)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FastAPI REST API + SSE 流式推送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3063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感知层 (Perception Layer):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VisionAgent (YOLOv8s FP16) - 图像检测与定位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LanguageAgent (Qwen3-VL) - 多模态语义理解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认知层 (Cognition Layer):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KnowledgeAgent (Neo4j+TransE) - 知识图谱推理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FusionAgent (KAD-Former) - 多模态融合决策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5074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基础设施层 (Infrastructure Layer):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JWT双令牌认证 + RBAC权限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SSE流式推送 + 心跳保活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并发限流 + GPU监控</a:t>
            </a:r>
            <a:endParaRPr lang="en-US" sz="12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- Redis缓存 + Token黑名单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性能指标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创新点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多模态融合策略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KAD-Former (Knowledge-Aware Diffusion Fusion) 融合策略，实现视觉、文本和知识的深度融合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知识增强生成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00600" y="1828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GraphRAG 知识检索增强生成机制，提供科学的防治建议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实时交互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SSE 流式推送 + 心跳保活，提供实时诊断进度反馈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高效检测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YOLOv8s FP16 推理，支持 17 类小麦病害识别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安全可靠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572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JWT 双令牌认证、RBAC 权限控制、并发限流等多重安全保障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农田现场诊断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农民在田间通过手机拍摄小麦叶片，实时获取病害诊断结果和防治建议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农业技术推广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农业技术人员使用系统进行病害识别培训，提高基层农技人员的诊断能力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病虫害监测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通过无人机或固定摄像头采集小麦田图像，系统自动分析病虫害发生情况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智能农业决策支持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5257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基于诊断数据，为农场管理提供智能化的病虫害防治决策支持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未来展望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模型优化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进一步提升诊断 accuracy，优化模型推理速度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扩展作物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00600" y="1828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支持更多作物病害的识别和诊断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边缘部署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支持边缘设备实时诊断，减少云端依赖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生态系统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构建完整的农业智能诊断生态，集成更多农业管理功能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</a:rPr>
              <a:t>致谢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项目团队成员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技术支持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参考文献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2026-04-23T05:59:39Z</dcterms:created>
  <dcterms:modified xsi:type="dcterms:W3CDTF">2026-04-23T05:59:39Z</dcterms:modified>
</cp:coreProperties>
</file>