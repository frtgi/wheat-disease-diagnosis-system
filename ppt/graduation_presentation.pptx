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基于多模态融合的小麦病害诊断系统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Wheat Disease Diagnosis System based on Multimodal Fusion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毕业设计答辩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作者：毕业设计团队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指导老师：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日期：2026年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7C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9753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项目背景与研究意义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技术架构设计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关键实现过程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系统功能展示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测试与性能分析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创新点与特色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总结与展望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致谢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7C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项目背景与研究意义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小麦是中国第一大粮食作物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传统病害诊断依赖专家经验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农技人员不足，诊断效率低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主观性强，误诊率高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0" y="24688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提高诊断效率和准确性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降低对专家经验的依赖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为农民提供便捷服务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助力智慧农业发展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7C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技术架构设计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四层分离架构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交互层：Vue3 + TypeScript + Element Plus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感知层：YOLOv8s + Qwen3-VL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认知层：Neo4j知识图谱 + KAD-Former融合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基础设施：JWT认证 + SSE推送 + Redis缓存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/ FastAPI / Vue3 / YOLOv8 / Qwen / Neo4j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7C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关键实现过程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视觉感知模块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基于YOLOv8s的高精度目标检测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支持17类小麦病害和虫害识别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FP16半精度推理，提升速度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LRU缓存机制，优化重复查询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7C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关键实现过程（续）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多模态融合机制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KAD-Former知识感知扩散融合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视觉主导 + 文本辅助 + 知识仲裁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GraphRAG知识检索增强生成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置信度校准与ROI可视化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7C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系统功能展示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图像上传与病害检测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实时流式诊断进度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详细诊断报告与置信度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科学防治建议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历史诊断记录管理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农民用户 / 农技人员 / 系统管理员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7C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测试与性能分析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关键性能指标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YOLO推理延迟：225ms (CPU)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SSE首事件延迟：0.01ms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Qwen显存占用：~2.6GB (INT4)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知识覆盖率：100%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测试覆盖：1448+用例，99%+通过率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7C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创新点与特色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主要创新点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KAD-Former多模态融合策略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GraphRAG知识增强生成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SSE实时流式交互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INT4量化显存优化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完整安全防护体系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7C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总结与展望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成功构建多模态小麦病害诊断系统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实现从感知到认知的完整闭环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提供高效、准确、便捷的诊断服务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扩展更多作物类型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优化模型性能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支持边缘设备部署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构建农业智能生态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1219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感谢导师的悉心指导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感谢团队成员的协作付出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A5D6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感谢所有支持本项目的人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谢谢聆听！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基于多模态融合的小麦病害诊断系统</dc:title>
  <dc:subject>PptxGenJS Presentation</dc:subject>
  <dc:creator>毕业设计</dc:creator>
  <cp:lastModifiedBy>毕业设计</cp:lastModifiedBy>
  <cp:revision>1</cp:revision>
  <dcterms:created xsi:type="dcterms:W3CDTF">2026-04-23T06:32:01Z</dcterms:created>
  <dcterms:modified xsi:type="dcterms:W3CDTF">2026-04-23T06:32:01Z</dcterms:modified>
</cp:coreProperties>
</file>